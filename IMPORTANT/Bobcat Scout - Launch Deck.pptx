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7582" y="3524250"/>
            <a:ext cx="990600" cy="990600"/>
          </a:xfrm>
          <a:prstGeom prst="ellipse">
            <a:avLst/>
          </a:prstGeom>
          <a:solidFill>
            <a:srgbClr val="6E1423"/>
          </a:solidFill>
          <a:ln/>
          <a:effectLst>
            <a:outerShdw sx="100000" sy="100000" kx="0" ky="0" algn="bl" rotWithShape="0" blurRad="381000" dist="152400" dir="5400000">
              <a:srgbClr val="6E1423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39482" y="3524250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C9A22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177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415832" y="3448050"/>
            <a:ext cx="7364045" cy="1181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9000" b="1" spc="-90" kern="0" dirty="0">
                <a:solidFill>
                  <a:srgbClr val="6E1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Bobcat Scout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15832" y="4629150"/>
            <a:ext cx="6694587" cy="76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4973791" y="5200650"/>
            <a:ext cx="834041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spc="-90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Scout by voice. </a:t>
            </a:r>
            <a:pPr algn="ctr" indent="0" marL="0">
              <a:buNone/>
            </a:pPr>
            <a:r>
              <a:rPr lang="en-US" sz="4500" b="1" spc="-90" kern="0" dirty="0">
                <a:solidFill>
                  <a:srgbClr val="6E142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 by data.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6906964" y="6210300"/>
            <a:ext cx="4474071" cy="628650"/>
          </a:xfrm>
          <a:prstGeom prst="roundRect">
            <a:avLst>
              <a:gd name="adj" fmla="val 18182"/>
            </a:avLst>
          </a:prstGeom>
          <a:solidFill>
            <a:srgbClr val="6E1423"/>
          </a:solidFill>
          <a:ln/>
        </p:spPr>
      </p:sp>
      <p:sp>
        <p:nvSpPr>
          <p:cNvPr id="8" name="Text 6"/>
          <p:cNvSpPr/>
          <p:nvPr/>
        </p:nvSpPr>
        <p:spPr>
          <a:xfrm>
            <a:off x="7173664" y="6343650"/>
            <a:ext cx="407489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Launch overview · Team 177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471" y="2095500"/>
            <a:ext cx="13899059" cy="1428750"/>
          </a:xfrm>
          <a:prstGeom prst="roundRect">
            <a:avLst>
              <a:gd name="adj" fmla="val 5333"/>
            </a:avLst>
          </a:prstGeom>
          <a:solidFill>
            <a:srgbClr val="C9A22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471" y="2381250"/>
            <a:ext cx="13899059" cy="19050"/>
          </a:xfrm>
          <a:prstGeom prst="rect">
            <a:avLst/>
          </a:prstGeom>
          <a:solidFill>
            <a:srgbClr val="26201C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94471" y="2695575"/>
            <a:ext cx="13899059" cy="19050"/>
          </a:xfrm>
          <a:prstGeom prst="rect">
            <a:avLst/>
          </a:prstGeom>
          <a:solidFill>
            <a:srgbClr val="26201C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471" y="3009900"/>
            <a:ext cx="13899059" cy="19050"/>
          </a:xfrm>
          <a:prstGeom prst="rect">
            <a:avLst/>
          </a:prstGeom>
          <a:solidFill>
            <a:srgbClr val="26201C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94471" y="3324225"/>
            <a:ext cx="13899059" cy="19050"/>
          </a:xfrm>
          <a:prstGeom prst="rect">
            <a:avLst/>
          </a:prstGeom>
          <a:solidFill>
            <a:srgbClr val="26201C">
              <a:alpha val="1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65560" y="1600200"/>
            <a:ext cx="133350" cy="1905000"/>
          </a:xfrm>
          <a:prstGeom prst="roundRect">
            <a:avLst>
              <a:gd name="adj" fmla="val 50000"/>
            </a:avLst>
          </a:prstGeom>
          <a:solidFill>
            <a:srgbClr val="26201C">
              <a:alpha val="1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65560" y="2343150"/>
            <a:ext cx="609600" cy="495300"/>
          </a:xfrm>
          <a:prstGeom prst="roundRect">
            <a:avLst>
              <a:gd name="adj" fmla="val 19231"/>
            </a:avLst>
          </a:prstGeom>
          <a:solidFill>
            <a:srgbClr val="26201C"/>
          </a:solidFill>
          <a:ln/>
        </p:spPr>
      </p:sp>
      <p:sp>
        <p:nvSpPr>
          <p:cNvPr id="9" name="Text 7"/>
          <p:cNvSpPr/>
          <p:nvPr/>
        </p:nvSpPr>
        <p:spPr>
          <a:xfrm>
            <a:off x="13727460" y="2343150"/>
            <a:ext cx="6858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177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rot="-359998">
            <a:off x="13974366" y="1428750"/>
            <a:ext cx="1752600" cy="533400"/>
          </a:xfrm>
          <a:prstGeom prst="roundRect">
            <a:avLst>
              <a:gd name="adj" fmla="val 17857"/>
            </a:avLst>
          </a:prstGeom>
          <a:solidFill>
            <a:srgbClr val="C9A227"/>
          </a:solidFill>
          <a:ln/>
          <a:effectLst>
            <a:outerShdw sx="100000" sy="100000" kx="0" ky="0" algn="bl" rotWithShape="0" blurRad="228600" dist="95250" dir="54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 rot="-359998">
            <a:off x="14145816" y="1504950"/>
            <a:ext cx="1485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A0E1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CLIMB! ▲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620000" y="4914900"/>
            <a:ext cx="3048000" cy="2381250"/>
          </a:xfrm>
          <a:custGeom>
            <a:avLst/>
            <a:gdLst/>
            <a:ahLst/>
            <a:cxnLst/>
            <a:rect l="l" t="t" r="r" b="b"/>
            <a:pathLst>
              <a:path w="3048000" h="2381250">
                <a:moveTo>
                  <a:pt x="1190625" y="0"/>
                </a:moveTo>
                <a:lnTo>
                  <a:pt x="1857375" y="0"/>
                </a:lnTo>
                <a:arcTo hR="1190625" wR="1190625" stAng="16200000" swAng="5400000"/>
                <a:lnTo>
                  <a:pt x="3048000" y="2038350"/>
                </a:lnTo>
                <a:arcTo hR="342900" wR="342900" stAng="0" swAng="5400000"/>
                <a:lnTo>
                  <a:pt x="342900" y="2381250"/>
                </a:lnTo>
                <a:arcTo hR="342900" wR="342900" stAng="5400000" swAng="5400000"/>
                <a:lnTo>
                  <a:pt x="0" y="1190625"/>
                </a:lnTo>
                <a:arcTo hR="1190625" wR="1190625" stAng="10800000" swAng="5400000"/>
                <a:close/>
              </a:path>
            </a:pathLst>
          </a:custGeom>
          <a:solidFill>
            <a:srgbClr val="6E1423"/>
          </a:solidFill>
          <a:ln/>
        </p:spPr>
      </p:sp>
      <p:sp>
        <p:nvSpPr>
          <p:cNvPr id="13" name="Shape 11"/>
          <p:cNvSpPr/>
          <p:nvPr/>
        </p:nvSpPr>
        <p:spPr>
          <a:xfrm rot="1440002">
            <a:off x="9005937" y="4233711"/>
            <a:ext cx="1428750" cy="1428750"/>
          </a:xfrm>
          <a:prstGeom prst="ellipse">
            <a:avLst/>
          </a:prstGeom>
          <a:solidFill>
            <a:srgbClr val="6E1423"/>
          </a:solidFill>
          <a:ln/>
        </p:spPr>
      </p:sp>
      <p:sp>
        <p:nvSpPr>
          <p:cNvPr id="14" name="Shape 12"/>
          <p:cNvSpPr/>
          <p:nvPr/>
        </p:nvSpPr>
        <p:spPr>
          <a:xfrm rot="-720001">
            <a:off x="8820150" y="4743450"/>
            <a:ext cx="800100" cy="1485901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  <a:effectLst>
            <a:outerShdw sx="100000" sy="100000" kx="0" ky="0" algn="bl" rotWithShape="0" blurRad="209550" dist="9525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21288" y="4823374"/>
            <a:ext cx="558201" cy="198713"/>
          </a:xfrm>
          <a:prstGeom prst="roundRect">
            <a:avLst>
              <a:gd name="adj" fmla="val 23967"/>
            </a:avLst>
          </a:prstGeom>
          <a:solidFill>
            <a:srgbClr val="4A0E18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60895" y="5009711"/>
            <a:ext cx="558201" cy="198713"/>
          </a:xfrm>
          <a:prstGeom prst="roundRect">
            <a:avLst>
              <a:gd name="adj" fmla="val 23967"/>
            </a:avLst>
          </a:prstGeom>
          <a:solidFill>
            <a:srgbClr val="4A0E18">
              <a:alpha val="3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00502" y="5196048"/>
            <a:ext cx="558201" cy="198713"/>
          </a:xfrm>
          <a:prstGeom prst="roundRect">
            <a:avLst>
              <a:gd name="adj" fmla="val 23967"/>
            </a:avLst>
          </a:prstGeom>
          <a:solidFill>
            <a:srgbClr val="4A0E18">
              <a:alpha val="3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940110" y="5434092"/>
            <a:ext cx="314944" cy="147006"/>
          </a:xfrm>
          <a:prstGeom prst="roundRect">
            <a:avLst>
              <a:gd name="adj" fmla="val 32397"/>
            </a:avLst>
          </a:prstGeom>
          <a:solidFill>
            <a:srgbClr val="4A0E18">
              <a:alpha val="3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38125" y="7734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378" kern="0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OLD WAY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238125" y="8191500"/>
            <a:ext cx="17811750" cy="671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464"/>
              </a:lnSpc>
              <a:buNone/>
            </a:pPr>
            <a:r>
              <a:rPr lang="en-US" sz="4800" b="1" spc="-120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Heads down, tapping, </a:t>
            </a:r>
            <a:pPr algn="ctr" indent="0" marL="0">
              <a:lnSpc>
                <a:spcPct val="96464"/>
              </a:lnSpc>
              <a:buNone/>
            </a:pPr>
            <a:r>
              <a:rPr lang="en-US" sz="4800" b="1" spc="-120" kern="0" dirty="0">
                <a:solidFill>
                  <a:srgbClr val="6E142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missing the match.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471" y="2095500"/>
            <a:ext cx="13899059" cy="1428750"/>
          </a:xfrm>
          <a:prstGeom prst="roundRect">
            <a:avLst>
              <a:gd name="adj" fmla="val 5333"/>
            </a:avLst>
          </a:prstGeom>
          <a:solidFill>
            <a:srgbClr val="C9A22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471" y="2381250"/>
            <a:ext cx="13899059" cy="19050"/>
          </a:xfrm>
          <a:prstGeom prst="rect">
            <a:avLst/>
          </a:prstGeom>
          <a:solidFill>
            <a:srgbClr val="F7F3E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94471" y="2695575"/>
            <a:ext cx="13899059" cy="19050"/>
          </a:xfrm>
          <a:prstGeom prst="rect">
            <a:avLst/>
          </a:prstGeom>
          <a:solidFill>
            <a:srgbClr val="F7F3E9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471" y="3009900"/>
            <a:ext cx="13899059" cy="19050"/>
          </a:xfrm>
          <a:prstGeom prst="rect">
            <a:avLst/>
          </a:prstGeom>
          <a:solidFill>
            <a:srgbClr val="F7F3E9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94471" y="3324225"/>
            <a:ext cx="13899059" cy="19050"/>
          </a:xfrm>
          <a:prstGeom prst="rect">
            <a:avLst/>
          </a:prstGeom>
          <a:solidFill>
            <a:srgbClr val="F7F3E9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65560" y="1600200"/>
            <a:ext cx="133350" cy="1905000"/>
          </a:xfrm>
          <a:prstGeom prst="roundRect">
            <a:avLst>
              <a:gd name="adj" fmla="val 50000"/>
            </a:avLst>
          </a:prstGeom>
          <a:solidFill>
            <a:srgbClr val="F7F3E9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65560" y="2171700"/>
            <a:ext cx="609600" cy="495300"/>
          </a:xfrm>
          <a:prstGeom prst="roundRect">
            <a:avLst>
              <a:gd name="adj" fmla="val 19231"/>
            </a:avLst>
          </a:prstGeom>
          <a:solidFill>
            <a:srgbClr val="26201C"/>
          </a:solidFill>
          <a:ln/>
        </p:spPr>
      </p:sp>
      <p:sp>
        <p:nvSpPr>
          <p:cNvPr id="9" name="Text 7"/>
          <p:cNvSpPr/>
          <p:nvPr/>
        </p:nvSpPr>
        <p:spPr>
          <a:xfrm>
            <a:off x="13727460" y="2171700"/>
            <a:ext cx="6858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177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20000" y="4800600"/>
            <a:ext cx="3048000" cy="2381250"/>
          </a:xfrm>
          <a:custGeom>
            <a:avLst/>
            <a:gdLst/>
            <a:ahLst/>
            <a:cxnLst/>
            <a:rect l="l" t="t" r="r" b="b"/>
            <a:pathLst>
              <a:path w="3048000" h="2381250">
                <a:moveTo>
                  <a:pt x="1190625" y="0"/>
                </a:moveTo>
                <a:lnTo>
                  <a:pt x="1857375" y="0"/>
                </a:lnTo>
                <a:arcTo hR="1190625" wR="1190625" stAng="16200000" swAng="5400000"/>
                <a:lnTo>
                  <a:pt x="3048000" y="2038350"/>
                </a:lnTo>
                <a:arcTo hR="342900" wR="342900" stAng="0" swAng="5400000"/>
                <a:lnTo>
                  <a:pt x="342900" y="2381250"/>
                </a:lnTo>
                <a:arcTo hR="342900" wR="342900" stAng="5400000" swAng="5400000"/>
                <a:lnTo>
                  <a:pt x="0" y="1190625"/>
                </a:lnTo>
                <a:arcTo hR="1190625" wR="1190625" stAng="10800000" swAng="5400000"/>
                <a:close/>
              </a:path>
            </a:pathLst>
          </a:custGeom>
          <a:solidFill>
            <a:srgbClr val="F7F3E9"/>
          </a:solidFill>
          <a:ln/>
        </p:spPr>
      </p:sp>
      <p:sp>
        <p:nvSpPr>
          <p:cNvPr id="11" name="Shape 9"/>
          <p:cNvSpPr/>
          <p:nvPr/>
        </p:nvSpPr>
        <p:spPr>
          <a:xfrm>
            <a:off x="8429625" y="3886200"/>
            <a:ext cx="1428750" cy="1428750"/>
          </a:xfrm>
          <a:prstGeom prst="ellipse">
            <a:avLst/>
          </a:prstGeom>
          <a:solidFill>
            <a:srgbClr val="F7F3E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24925" y="4457700"/>
            <a:ext cx="104775" cy="104775"/>
          </a:xfrm>
          <a:prstGeom prst="ellipse">
            <a:avLst/>
          </a:prstGeom>
          <a:solidFill>
            <a:srgbClr val="6E1423"/>
          </a:solidFill>
          <a:ln/>
        </p:spPr>
      </p:sp>
      <p:sp>
        <p:nvSpPr>
          <p:cNvPr id="13" name="Shape 11"/>
          <p:cNvSpPr/>
          <p:nvPr/>
        </p:nvSpPr>
        <p:spPr>
          <a:xfrm>
            <a:off x="9305925" y="4457700"/>
            <a:ext cx="104775" cy="104775"/>
          </a:xfrm>
          <a:prstGeom prst="ellipse">
            <a:avLst/>
          </a:prstGeom>
          <a:solidFill>
            <a:srgbClr val="6E142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9625" y="3810000"/>
            <a:ext cx="1428750" cy="1714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623971" y="4305300"/>
            <a:ext cx="57150" cy="1524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9728746" y="41338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7" name="Shape 14"/>
          <p:cNvSpPr/>
          <p:nvPr/>
        </p:nvSpPr>
        <p:spPr>
          <a:xfrm>
            <a:off x="9833521" y="4229100"/>
            <a:ext cx="57150" cy="2286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9938296" y="4343400"/>
            <a:ext cx="57150" cy="114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238125" y="76200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378" kern="0" dirty="0">
                <a:solidFill>
                  <a:srgbClr val="C9A22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FIX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238125" y="8077200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29"/>
              </a:lnSpc>
              <a:buNone/>
            </a:pPr>
            <a:r>
              <a:rPr lang="en-US" sz="5700" b="1" spc="-171" kern="0" dirty="0">
                <a:solidFill>
                  <a:srgbClr val="F7F3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Eyes up. Just talk.</a:t>
            </a:r>
            <a:endParaRPr lang="en-US" sz="5700" dirty="0"/>
          </a:p>
        </p:txBody>
      </p:sp>
      <p:sp>
        <p:nvSpPr>
          <p:cNvPr id="21" name="Text 18"/>
          <p:cNvSpPr/>
          <p:nvPr/>
        </p:nvSpPr>
        <p:spPr>
          <a:xfrm>
            <a:off x="238125" y="8963323"/>
            <a:ext cx="17811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Stop typing. Start talking.</a:t>
            </a:r>
            <a:endParaRPr lang="en-US" sz="2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4476750"/>
            <a:ext cx="3048000" cy="2381250"/>
          </a:xfrm>
          <a:custGeom>
            <a:avLst/>
            <a:gdLst/>
            <a:ahLst/>
            <a:cxnLst/>
            <a:rect l="l" t="t" r="r" b="b"/>
            <a:pathLst>
              <a:path w="3048000" h="2381250">
                <a:moveTo>
                  <a:pt x="1190625" y="0"/>
                </a:moveTo>
                <a:lnTo>
                  <a:pt x="1857375" y="0"/>
                </a:lnTo>
                <a:arcTo hR="1190625" wR="1190625" stAng="16200000" swAng="5400000"/>
                <a:lnTo>
                  <a:pt x="3048000" y="2038350"/>
                </a:lnTo>
                <a:arcTo hR="342900" wR="342900" stAng="0" swAng="5400000"/>
                <a:lnTo>
                  <a:pt x="342900" y="2381250"/>
                </a:lnTo>
                <a:arcTo hR="342900" wR="342900" stAng="5400000" swAng="5400000"/>
                <a:lnTo>
                  <a:pt x="0" y="1190625"/>
                </a:lnTo>
                <a:arcTo hR="1190625" wR="1190625" stAng="10800000" swAng="5400000"/>
                <a:close/>
              </a:path>
            </a:pathLst>
          </a:custGeom>
          <a:solidFill>
            <a:srgbClr val="6E1423"/>
          </a:solidFill>
          <a:ln/>
        </p:spPr>
      </p:sp>
      <p:sp>
        <p:nvSpPr>
          <p:cNvPr id="3" name="Shape 1"/>
          <p:cNvSpPr/>
          <p:nvPr/>
        </p:nvSpPr>
        <p:spPr>
          <a:xfrm>
            <a:off x="8429625" y="3562350"/>
            <a:ext cx="1428750" cy="1428750"/>
          </a:xfrm>
          <a:prstGeom prst="ellipse">
            <a:avLst/>
          </a:prstGeom>
          <a:solidFill>
            <a:srgbClr val="6E1423"/>
          </a:solidFill>
          <a:ln/>
        </p:spPr>
      </p:sp>
      <p:sp>
        <p:nvSpPr>
          <p:cNvPr id="4" name="Shape 2"/>
          <p:cNvSpPr/>
          <p:nvPr/>
        </p:nvSpPr>
        <p:spPr>
          <a:xfrm>
            <a:off x="8924925" y="4133850"/>
            <a:ext cx="104775" cy="104775"/>
          </a:xfrm>
          <a:prstGeom prst="ellipse">
            <a:avLst/>
          </a:prstGeom>
          <a:solidFill>
            <a:srgbClr val="F7F3E9"/>
          </a:solidFill>
          <a:ln/>
        </p:spPr>
      </p:sp>
      <p:sp>
        <p:nvSpPr>
          <p:cNvPr id="5" name="Shape 3"/>
          <p:cNvSpPr/>
          <p:nvPr/>
        </p:nvSpPr>
        <p:spPr>
          <a:xfrm>
            <a:off x="9305925" y="4133850"/>
            <a:ext cx="104775" cy="104775"/>
          </a:xfrm>
          <a:prstGeom prst="ellipse">
            <a:avLst/>
          </a:prstGeom>
          <a:solidFill>
            <a:srgbClr val="F7F3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9625" y="3486150"/>
            <a:ext cx="1428750" cy="1714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23971" y="39433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9728746" y="379095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9" name="Shape 6"/>
          <p:cNvSpPr/>
          <p:nvPr/>
        </p:nvSpPr>
        <p:spPr>
          <a:xfrm>
            <a:off x="9833521" y="4000500"/>
            <a:ext cx="57150" cy="13335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9938296" y="386715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1" name="Shape 8"/>
          <p:cNvSpPr/>
          <p:nvPr/>
        </p:nvSpPr>
        <p:spPr>
          <a:xfrm>
            <a:off x="1238250" y="2857500"/>
            <a:ext cx="4001988" cy="609600"/>
          </a:xfrm>
          <a:prstGeom prst="roundRect">
            <a:avLst>
              <a:gd name="adj" fmla="val 18750"/>
            </a:avLst>
          </a:prstGeom>
          <a:solidFill>
            <a:srgbClr val="6E1423"/>
          </a:solidFill>
          <a:ln/>
          <a:effectLst>
            <a:outerShdw sx="100000" sy="100000" kx="0" ky="0" algn="bl" rotWithShape="0" blurRad="323850" dist="133350" dir="5400000">
              <a:srgbClr val="26201C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466850" y="3086100"/>
            <a:ext cx="152400" cy="1524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752600" y="2990850"/>
            <a:ext cx="35849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LIVE · CALLING Q42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85793" y="6667500"/>
            <a:ext cx="226055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6201C">
                <a:alpha val="1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04868" y="6781800"/>
            <a:ext cx="1898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like a sportscaster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017794" y="6667500"/>
            <a:ext cx="26844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6201C">
                <a:alpha val="1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6869" y="6781800"/>
            <a:ext cx="23267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like pit crew on comms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238125" y="7734300"/>
            <a:ext cx="1781175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828"/>
              </a:lnSpc>
              <a:buNone/>
            </a:pPr>
            <a:r>
              <a:rPr lang="en-US" sz="4050" b="1" spc="-101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You’re not talking to yourself — </a:t>
            </a:r>
            <a:pPr algn="ctr" indent="0" marL="0">
              <a:lnSpc>
                <a:spcPct val="96828"/>
              </a:lnSpc>
              <a:buNone/>
            </a:pPr>
            <a:r>
              <a:rPr lang="en-US" sz="4050" b="1" spc="-101" kern="0" dirty="0">
                <a:solidFill>
                  <a:srgbClr val="6E142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you’re calling the match.</a:t>
            </a:r>
            <a:endParaRPr lang="en-US" sz="4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440002">
            <a:off x="7435101" y="4955960"/>
            <a:ext cx="2514599" cy="16192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8801100" y="3409950"/>
            <a:ext cx="1714500" cy="17145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50800" dir="16200000">
              <a:srgbClr val="C9A227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048750" y="3657600"/>
            <a:ext cx="1219200" cy="1219200"/>
          </a:xfrm>
          <a:prstGeom prst="ellipse">
            <a:avLst/>
          </a:prstGeom>
          <a:ln w="38100">
            <a:solidFill>
              <a:srgbClr val="4A0E18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750" y="5724525"/>
            <a:ext cx="3048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8125" y="7734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378" kern="0" dirty="0">
                <a:solidFill>
                  <a:srgbClr val="C9A22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GEAR THAT EARNS ITS PLACE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238125" y="819150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6"/>
              </a:lnSpc>
              <a:buNone/>
            </a:pPr>
            <a:r>
              <a:rPr lang="en-US" sz="4350" b="1" spc="-109" kern="0" dirty="0">
                <a:solidFill>
                  <a:srgbClr val="F7F3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headset is why your voice </a:t>
            </a:r>
            <a:pPr algn="ctr" indent="0" marL="0">
              <a:lnSpc>
                <a:spcPct val="95746"/>
              </a:lnSpc>
              <a:buNone/>
            </a:pPr>
            <a:r>
              <a:rPr lang="en-US" sz="4350" b="1" spc="-109" kern="0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beats the noise.</a:t>
            </a:r>
            <a:endParaRPr lang="en-US" sz="4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0" y="4776788"/>
            <a:ext cx="13620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TYPE IT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972300" y="4772025"/>
            <a:ext cx="4914900" cy="323850"/>
          </a:xfrm>
          <a:prstGeom prst="roundRect">
            <a:avLst>
              <a:gd name="adj" fmla="val 29412"/>
            </a:avLst>
          </a:prstGeom>
          <a:solidFill>
            <a:srgbClr val="ECE7DB"/>
          </a:solidFill>
          <a:ln/>
        </p:spPr>
      </p:sp>
      <p:sp>
        <p:nvSpPr>
          <p:cNvPr id="4" name="Shape 2"/>
          <p:cNvSpPr/>
          <p:nvPr/>
        </p:nvSpPr>
        <p:spPr>
          <a:xfrm>
            <a:off x="6972300" y="4772025"/>
            <a:ext cx="4914900" cy="323850"/>
          </a:xfrm>
          <a:prstGeom prst="roundRect">
            <a:avLst>
              <a:gd name="adj" fmla="val 29412"/>
            </a:avLst>
          </a:prstGeom>
          <a:solidFill>
            <a:srgbClr val="26201C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020550" y="4752975"/>
            <a:ext cx="742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40s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524500" y="5386388"/>
            <a:ext cx="13620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TALK IT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972300" y="5381625"/>
            <a:ext cx="4914900" cy="323850"/>
          </a:xfrm>
          <a:prstGeom prst="roundRect">
            <a:avLst>
              <a:gd name="adj" fmla="val 29412"/>
            </a:avLst>
          </a:prstGeom>
          <a:solidFill>
            <a:srgbClr val="ECE7DB"/>
          </a:solidFill>
          <a:ln/>
        </p:spPr>
      </p:sp>
      <p:sp>
        <p:nvSpPr>
          <p:cNvPr id="8" name="Shape 6"/>
          <p:cNvSpPr/>
          <p:nvPr/>
        </p:nvSpPr>
        <p:spPr>
          <a:xfrm>
            <a:off x="6972300" y="5381625"/>
            <a:ext cx="982861" cy="323850"/>
          </a:xfrm>
          <a:prstGeom prst="roundRect">
            <a:avLst>
              <a:gd name="adj" fmla="val 29412"/>
            </a:avLst>
          </a:prstGeom>
          <a:solidFill>
            <a:srgbClr val="6E1423"/>
          </a:solidFill>
          <a:ln/>
        </p:spPr>
      </p:sp>
      <p:sp>
        <p:nvSpPr>
          <p:cNvPr id="9" name="Text 7"/>
          <p:cNvSpPr/>
          <p:nvPr/>
        </p:nvSpPr>
        <p:spPr>
          <a:xfrm>
            <a:off x="12020550" y="5362575"/>
            <a:ext cx="742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38125" y="7734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378" kern="0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 PRESSURE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238125" y="8191500"/>
            <a:ext cx="178117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545"/>
              </a:lnSpc>
              <a:buNone/>
            </a:pPr>
            <a:r>
              <a:rPr lang="en-US" sz="4500" b="1" spc="-112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Shy? Type instead — </a:t>
            </a:r>
            <a:pPr algn="ctr" indent="0" marL="0">
              <a:lnSpc>
                <a:spcPct val="94545"/>
              </a:lnSpc>
              <a:buNone/>
            </a:pPr>
            <a:r>
              <a:rPr lang="en-US" sz="4500" b="1" spc="-112" kern="0" dirty="0">
                <a:solidFill>
                  <a:srgbClr val="6E142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voice just makes it faster.</a:t>
            </a:r>
            <a:endParaRPr lang="en-US" sz="4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428750"/>
            <a:ext cx="914400" cy="914400"/>
          </a:xfrm>
          <a:prstGeom prst="ellipse">
            <a:avLst/>
          </a:prstGeom>
          <a:solidFill>
            <a:srgbClr val="6E1423"/>
          </a:solidFill>
          <a:ln/>
          <a:effectLst>
            <a:outerShdw sx="100000" sy="100000" kx="0" ky="0" algn="bl" rotWithShape="0" blurRad="228600" dist="76200" dir="5400000">
              <a:srgbClr val="6E1423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5450" y="1695450"/>
            <a:ext cx="381000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71750" y="1781175"/>
            <a:ext cx="76200" cy="20955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705100" y="16764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38450" y="1571625"/>
            <a:ext cx="76200" cy="62865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971800" y="1704975"/>
            <a:ext cx="76200" cy="36195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105150" y="1543050"/>
            <a:ext cx="76200" cy="68580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238500" y="1638300"/>
            <a:ext cx="76200" cy="49530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71850" y="150495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505200" y="1666875"/>
            <a:ext cx="76200" cy="43815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638550" y="1581150"/>
            <a:ext cx="76200" cy="60960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771900" y="174307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905250" y="1628775"/>
            <a:ext cx="76200" cy="51435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038600" y="1790700"/>
            <a:ext cx="76200" cy="190500"/>
          </a:xfrm>
          <a:prstGeom prst="roundRect">
            <a:avLst>
              <a:gd name="adj" fmla="val 50000"/>
            </a:avLst>
          </a:prstGeom>
          <a:solidFill>
            <a:srgbClr val="6E1423">
              <a:alpha val="9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428750" y="2857500"/>
            <a:ext cx="5905500" cy="1200150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9525">
            <a:solidFill>
              <a:srgbClr val="26201C">
                <a:alpha val="6000"/>
              </a:srgbClr>
            </a:solidFill>
            <a:prstDash val="solid"/>
          </a:ln>
          <a:effectLst>
            <a:outerShdw sx="100000" sy="100000" kx="0" ky="0" algn="bl" rotWithShape="0" blurRad="476250" dist="171450" dir="5400000">
              <a:srgbClr val="26201C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704975" y="3076575"/>
            <a:ext cx="55302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“Team 177, four in auto, climbed high”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715500" y="1238250"/>
            <a:ext cx="7239000" cy="53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6201C">
                <a:alpha val="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26201C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725025" y="1247775"/>
            <a:ext cx="7219950" cy="609600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20" name="Shape 17"/>
          <p:cNvSpPr/>
          <p:nvPr/>
        </p:nvSpPr>
        <p:spPr>
          <a:xfrm>
            <a:off x="9972675" y="1490663"/>
            <a:ext cx="123825" cy="1238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Shape 18"/>
          <p:cNvSpPr/>
          <p:nvPr/>
        </p:nvSpPr>
        <p:spPr>
          <a:xfrm>
            <a:off x="10182225" y="1490663"/>
            <a:ext cx="123825" cy="123825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0391775" y="1490663"/>
            <a:ext cx="123825" cy="123825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0706100" y="1381125"/>
            <a:ext cx="150303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Bobcat Scout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086975" y="2143125"/>
            <a:ext cx="15634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Match entry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5889337" y="2181225"/>
            <a:ext cx="76988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Qual 42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10086975" y="2628900"/>
            <a:ext cx="34156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TEAM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10086975" y="2924175"/>
            <a:ext cx="3105150" cy="533400"/>
          </a:xfrm>
          <a:prstGeom prst="roundRect">
            <a:avLst>
              <a:gd name="adj" fmla="val 25000"/>
            </a:avLst>
          </a:prstGeom>
          <a:solidFill>
            <a:srgbClr val="C9A227">
              <a:alpha val="22000"/>
            </a:srgbClr>
          </a:solidFill>
          <a:ln w="19050">
            <a:solidFill>
              <a:srgbClr val="6E14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77475" y="2943225"/>
            <a:ext cx="2817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177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477875" y="2628900"/>
            <a:ext cx="34156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MATCH</a:t>
            </a:r>
            <a:endParaRPr lang="en-US" sz="1125" dirty="0"/>
          </a:p>
        </p:txBody>
      </p:sp>
      <p:sp>
        <p:nvSpPr>
          <p:cNvPr id="30" name="Shape 27"/>
          <p:cNvSpPr/>
          <p:nvPr/>
        </p:nvSpPr>
        <p:spPr>
          <a:xfrm>
            <a:off x="13477875" y="2924175"/>
            <a:ext cx="3105150" cy="533400"/>
          </a:xfrm>
          <a:prstGeom prst="roundRect">
            <a:avLst>
              <a:gd name="adj" fmla="val 25000"/>
            </a:avLst>
          </a:prstGeom>
          <a:solidFill>
            <a:srgbClr val="C9A227">
              <a:alpha val="22000"/>
            </a:srgbClr>
          </a:solidFill>
          <a:ln w="19050">
            <a:solidFill>
              <a:srgbClr val="6E14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668375" y="2943225"/>
            <a:ext cx="2817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Q42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0086975" y="3686175"/>
            <a:ext cx="34156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AUTO PIECES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10086975" y="3981450"/>
            <a:ext cx="3105150" cy="533400"/>
          </a:xfrm>
          <a:prstGeom prst="roundRect">
            <a:avLst>
              <a:gd name="adj" fmla="val 25000"/>
            </a:avLst>
          </a:prstGeom>
          <a:solidFill>
            <a:srgbClr val="C9A227">
              <a:alpha val="22000"/>
            </a:srgbClr>
          </a:solidFill>
          <a:ln w="19050">
            <a:solidFill>
              <a:srgbClr val="6E142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277475" y="4000500"/>
            <a:ext cx="2817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3477875" y="3686175"/>
            <a:ext cx="34156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TELEOP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13477875" y="3981450"/>
            <a:ext cx="3105150" cy="533400"/>
          </a:xfrm>
          <a:prstGeom prst="roundRect">
            <a:avLst>
              <a:gd name="adj" fmla="val 25000"/>
            </a:avLst>
          </a:prstGeom>
          <a:solidFill>
            <a:srgbClr val="C9A227">
              <a:alpha val="22000"/>
            </a:srgbClr>
          </a:solidFill>
          <a:ln w="19050">
            <a:solidFill>
              <a:srgbClr val="6E14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3668375" y="4000500"/>
            <a:ext cx="2817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0086975" y="4743450"/>
            <a:ext cx="34156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ENDGAME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10086975" y="5038725"/>
            <a:ext cx="3105150" cy="533400"/>
          </a:xfrm>
          <a:prstGeom prst="roundRect">
            <a:avLst>
              <a:gd name="adj" fmla="val 25000"/>
            </a:avLst>
          </a:prstGeom>
          <a:solidFill>
            <a:srgbClr val="C9A227">
              <a:alpha val="22000"/>
            </a:srgbClr>
          </a:solidFill>
          <a:ln w="19050">
            <a:solidFill>
              <a:srgbClr val="6E142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277475" y="5057775"/>
            <a:ext cx="2817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Climb — HIGH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477875" y="4743450"/>
            <a:ext cx="34156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DEFENSE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13477875" y="5038725"/>
            <a:ext cx="3105150" cy="533400"/>
          </a:xfrm>
          <a:prstGeom prst="roundRect">
            <a:avLst>
              <a:gd name="adj" fmla="val 25000"/>
            </a:avLst>
          </a:prstGeom>
          <a:solidFill>
            <a:srgbClr val="C9A227">
              <a:alpha val="22000"/>
            </a:srgbClr>
          </a:solidFill>
          <a:ln w="19050">
            <a:solidFill>
              <a:srgbClr val="6E142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3668375" y="5057775"/>
            <a:ext cx="28173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Strong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238125" y="7734300"/>
            <a:ext cx="17811750" cy="671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464"/>
              </a:lnSpc>
              <a:buNone/>
            </a:pPr>
            <a:r>
              <a:rPr lang="en-US" sz="4800" b="1" spc="-120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sentence fills </a:t>
            </a:r>
            <a:pPr algn="ctr" indent="0" marL="0">
              <a:lnSpc>
                <a:spcPct val="96464"/>
              </a:lnSpc>
              <a:buNone/>
            </a:pPr>
            <a:r>
              <a:rPr lang="en-US" sz="4800" b="1" spc="-120" kern="0" dirty="0">
                <a:solidFill>
                  <a:srgbClr val="6E142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whole form.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4609" y="4876800"/>
            <a:ext cx="914400" cy="914400"/>
          </a:xfrm>
          <a:prstGeom prst="ellipse">
            <a:avLst/>
          </a:prstGeom>
          <a:solidFill>
            <a:srgbClr val="F7F3E9">
              <a:alpha val="8000"/>
            </a:srgbClr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2259" y="5124450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8329" y="5924550"/>
            <a:ext cx="9068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08" kern="0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EYES UP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498134" y="5129213"/>
            <a:ext cx="40496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446020" y="4876800"/>
            <a:ext cx="914400" cy="914400"/>
          </a:xfrm>
          <a:prstGeom prst="ellipse">
            <a:avLst/>
          </a:prstGeom>
          <a:solidFill>
            <a:srgbClr val="F7F3E9">
              <a:alpha val="8000"/>
            </a:srgbClr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3670" y="5124450"/>
            <a:ext cx="419100" cy="419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71891" y="5924550"/>
            <a:ext cx="12626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08" kern="0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 PLAY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979545" y="5129213"/>
            <a:ext cx="40496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9927431" y="4876800"/>
            <a:ext cx="914400" cy="914400"/>
          </a:xfrm>
          <a:prstGeom prst="ellipse">
            <a:avLst/>
          </a:prstGeom>
          <a:solidFill>
            <a:srgbClr val="F7F3E9">
              <a:alpha val="8000"/>
            </a:srgbClr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75081" y="5124450"/>
            <a:ext cx="419100" cy="419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53302" y="5924550"/>
            <a:ext cx="12626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08" kern="0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CLEAN DATA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460956" y="5129213"/>
            <a:ext cx="404961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9"/>
          <p:cNvSpPr/>
          <p:nvPr/>
        </p:nvSpPr>
        <p:spPr>
          <a:xfrm>
            <a:off x="12408843" y="4876800"/>
            <a:ext cx="914400" cy="914400"/>
          </a:xfrm>
          <a:prstGeom prst="ellipse">
            <a:avLst/>
          </a:prstGeom>
          <a:solidFill>
            <a:srgbClr val="F7F3E9">
              <a:alpha val="8000"/>
            </a:srgbClr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6493" y="5124450"/>
            <a:ext cx="419100" cy="4191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17693" y="5924550"/>
            <a:ext cx="1696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08" kern="0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SMARTER PICKS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238125" y="7734300"/>
            <a:ext cx="17811750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600" b="1" spc="-90" kern="0" dirty="0">
                <a:solidFill>
                  <a:srgbClr val="F7F3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Tap while distracted and your pick list lies — </a:t>
            </a:r>
            <a:pPr algn="ctr" indent="0" marL="0">
              <a:lnSpc>
                <a:spcPct val="96000"/>
              </a:lnSpc>
              <a:buNone/>
            </a:pPr>
            <a:r>
              <a:rPr lang="en-US" sz="3600" b="1" spc="-90" kern="0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voice keeps your data honest.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7750" y="1143000"/>
            <a:ext cx="8572500" cy="49530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26201C">
                <a:alpha val="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26201C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867275" y="1152525"/>
            <a:ext cx="8553450" cy="609600"/>
          </a:xfrm>
          <a:prstGeom prst="rect">
            <a:avLst/>
          </a:prstGeom>
          <a:solidFill>
            <a:srgbClr val="0F7B46"/>
          </a:solidFill>
          <a:ln/>
        </p:spPr>
      </p:sp>
      <p:sp>
        <p:nvSpPr>
          <p:cNvPr id="4" name="Shape 2"/>
          <p:cNvSpPr/>
          <p:nvPr/>
        </p:nvSpPr>
        <p:spPr>
          <a:xfrm>
            <a:off x="5114925" y="1395413"/>
            <a:ext cx="123825" cy="1238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324475" y="1395413"/>
            <a:ext cx="123825" cy="123825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34025" y="1395413"/>
            <a:ext cx="123825" cy="123825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48350" y="1285875"/>
            <a:ext cx="1611407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Google Sheets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67275" y="1762125"/>
            <a:ext cx="8553450" cy="432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867275" y="2228850"/>
            <a:ext cx="8553450" cy="9525"/>
          </a:xfrm>
          <a:prstGeom prst="rect">
            <a:avLst/>
          </a:prstGeom>
          <a:solidFill>
            <a:srgbClr val="26201C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57775" y="191928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F9D58"/>
          </a:solidFill>
          <a:ln/>
        </p:spPr>
      </p:sp>
      <p:sp>
        <p:nvSpPr>
          <p:cNvPr id="11" name="Text 9"/>
          <p:cNvSpPr/>
          <p:nvPr/>
        </p:nvSpPr>
        <p:spPr>
          <a:xfrm>
            <a:off x="5305425" y="1905000"/>
            <a:ext cx="21691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Team 177 · Scouting 2026</a:t>
            </a:r>
            <a:endParaRPr lang="en-US" sz="12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6007" y="1928813"/>
            <a:ext cx="133350" cy="1333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35557" y="1924050"/>
            <a:ext cx="14708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60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View only for scouters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67275" y="2238375"/>
            <a:ext cx="8553450" cy="4953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5" name="Shape 12"/>
          <p:cNvSpPr/>
          <p:nvPr/>
        </p:nvSpPr>
        <p:spPr>
          <a:xfrm>
            <a:off x="4867275" y="2714625"/>
            <a:ext cx="8553450" cy="19050"/>
          </a:xfrm>
          <a:prstGeom prst="rect">
            <a:avLst/>
          </a:prstGeom>
          <a:solidFill>
            <a:srgbClr val="26201C">
              <a:alpha val="16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905500" y="2238375"/>
            <a:ext cx="9525" cy="476250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000625" y="2371725"/>
            <a:ext cx="847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Team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7048500" y="2238375"/>
            <a:ext cx="9525" cy="476250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048375" y="2371725"/>
            <a:ext cx="9429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Match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8096250" y="2238375"/>
            <a:ext cx="9525" cy="476250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191375" y="2371725"/>
            <a:ext cx="847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Auto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9334500" y="2238375"/>
            <a:ext cx="9525" cy="476250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239125" y="2371725"/>
            <a:ext cx="10382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Teleop</a:t>
            </a:r>
            <a:endParaRPr lang="en-US" sz="1125" dirty="0"/>
          </a:p>
        </p:txBody>
      </p:sp>
      <p:sp>
        <p:nvSpPr>
          <p:cNvPr id="24" name="Shape 21"/>
          <p:cNvSpPr/>
          <p:nvPr/>
        </p:nvSpPr>
        <p:spPr>
          <a:xfrm>
            <a:off x="10763250" y="2238375"/>
            <a:ext cx="9525" cy="476250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477375" y="2371725"/>
            <a:ext cx="1228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Climb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12192000" y="2238375"/>
            <a:ext cx="9525" cy="476250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906125" y="2371725"/>
            <a:ext cx="12287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Scouter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4867275" y="3238500"/>
            <a:ext cx="8553450" cy="9525"/>
          </a:xfrm>
          <a:prstGeom prst="rect">
            <a:avLst/>
          </a:prstGeom>
          <a:solidFill>
            <a:srgbClr val="26201C">
              <a:alpha val="7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905500" y="27336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5000625" y="286702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254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7048500" y="27336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048375" y="2867025"/>
            <a:ext cx="942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Q39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8096250" y="27336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191375" y="286702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</a:t>
            </a:r>
            <a:endParaRPr lang="en-US" sz="1275" dirty="0"/>
          </a:p>
        </p:txBody>
      </p:sp>
      <p:sp>
        <p:nvSpPr>
          <p:cNvPr id="35" name="Shape 32"/>
          <p:cNvSpPr/>
          <p:nvPr/>
        </p:nvSpPr>
        <p:spPr>
          <a:xfrm>
            <a:off x="9334500" y="27336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8239125" y="2867025"/>
            <a:ext cx="10382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10763250" y="27336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9477375" y="286702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</a:t>
            </a:r>
            <a:endParaRPr lang="en-US" sz="1275" dirty="0"/>
          </a:p>
        </p:txBody>
      </p:sp>
      <p:sp>
        <p:nvSpPr>
          <p:cNvPr id="39" name="Shape 36"/>
          <p:cNvSpPr/>
          <p:nvPr/>
        </p:nvSpPr>
        <p:spPr>
          <a:xfrm>
            <a:off x="12192000" y="27336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10906125" y="286702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maya</a:t>
            </a:r>
            <a:endParaRPr lang="en-US" sz="1275" dirty="0"/>
          </a:p>
        </p:txBody>
      </p:sp>
      <p:sp>
        <p:nvSpPr>
          <p:cNvPr id="41" name="Shape 38"/>
          <p:cNvSpPr/>
          <p:nvPr/>
        </p:nvSpPr>
        <p:spPr>
          <a:xfrm>
            <a:off x="4867275" y="3248025"/>
            <a:ext cx="8553450" cy="51435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42" name="Shape 39"/>
          <p:cNvSpPr/>
          <p:nvPr/>
        </p:nvSpPr>
        <p:spPr>
          <a:xfrm>
            <a:off x="4867275" y="3752850"/>
            <a:ext cx="8553450" cy="9525"/>
          </a:xfrm>
          <a:prstGeom prst="rect">
            <a:avLst/>
          </a:prstGeom>
          <a:solidFill>
            <a:srgbClr val="26201C">
              <a:alpha val="7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05500" y="32480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5000625" y="338137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1678</a:t>
            </a:r>
            <a:endParaRPr lang="en-US" sz="1275" dirty="0"/>
          </a:p>
        </p:txBody>
      </p:sp>
      <p:sp>
        <p:nvSpPr>
          <p:cNvPr id="45" name="Shape 42"/>
          <p:cNvSpPr/>
          <p:nvPr/>
        </p:nvSpPr>
        <p:spPr>
          <a:xfrm>
            <a:off x="7048500" y="32480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048375" y="3381375"/>
            <a:ext cx="942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Q40</a:t>
            </a:r>
            <a:endParaRPr lang="en-US" sz="1275" dirty="0"/>
          </a:p>
        </p:txBody>
      </p:sp>
      <p:sp>
        <p:nvSpPr>
          <p:cNvPr id="47" name="Shape 44"/>
          <p:cNvSpPr/>
          <p:nvPr/>
        </p:nvSpPr>
        <p:spPr>
          <a:xfrm>
            <a:off x="8096250" y="32480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191375" y="338137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</a:t>
            </a:r>
            <a:endParaRPr lang="en-US" sz="1275" dirty="0"/>
          </a:p>
        </p:txBody>
      </p:sp>
      <p:sp>
        <p:nvSpPr>
          <p:cNvPr id="49" name="Shape 46"/>
          <p:cNvSpPr/>
          <p:nvPr/>
        </p:nvSpPr>
        <p:spPr>
          <a:xfrm>
            <a:off x="9334500" y="32480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8239125" y="3381375"/>
            <a:ext cx="10382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</a:t>
            </a:r>
            <a:endParaRPr lang="en-US" sz="1275" dirty="0"/>
          </a:p>
        </p:txBody>
      </p:sp>
      <p:sp>
        <p:nvSpPr>
          <p:cNvPr id="51" name="Shape 48"/>
          <p:cNvSpPr/>
          <p:nvPr/>
        </p:nvSpPr>
        <p:spPr>
          <a:xfrm>
            <a:off x="10763250" y="32480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9477375" y="338137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LOW</a:t>
            </a:r>
            <a:endParaRPr lang="en-US" sz="1275" dirty="0"/>
          </a:p>
        </p:txBody>
      </p:sp>
      <p:sp>
        <p:nvSpPr>
          <p:cNvPr id="53" name="Shape 50"/>
          <p:cNvSpPr/>
          <p:nvPr/>
        </p:nvSpPr>
        <p:spPr>
          <a:xfrm>
            <a:off x="12192000" y="32480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10906125" y="338137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devin</a:t>
            </a:r>
            <a:endParaRPr lang="en-US" sz="1275" dirty="0"/>
          </a:p>
        </p:txBody>
      </p:sp>
      <p:sp>
        <p:nvSpPr>
          <p:cNvPr id="55" name="Shape 52"/>
          <p:cNvSpPr/>
          <p:nvPr/>
        </p:nvSpPr>
        <p:spPr>
          <a:xfrm>
            <a:off x="4867275" y="4267200"/>
            <a:ext cx="8553450" cy="9525"/>
          </a:xfrm>
          <a:prstGeom prst="rect">
            <a:avLst/>
          </a:prstGeom>
          <a:solidFill>
            <a:srgbClr val="26201C">
              <a:alpha val="7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5905500" y="37623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5000625" y="389572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118</a:t>
            </a:r>
            <a:endParaRPr lang="en-US" sz="1275" dirty="0"/>
          </a:p>
        </p:txBody>
      </p:sp>
      <p:sp>
        <p:nvSpPr>
          <p:cNvPr id="58" name="Shape 55"/>
          <p:cNvSpPr/>
          <p:nvPr/>
        </p:nvSpPr>
        <p:spPr>
          <a:xfrm>
            <a:off x="7048500" y="37623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6048375" y="3895725"/>
            <a:ext cx="942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Q41</a:t>
            </a:r>
            <a:endParaRPr lang="en-US" sz="1275" dirty="0"/>
          </a:p>
        </p:txBody>
      </p:sp>
      <p:sp>
        <p:nvSpPr>
          <p:cNvPr id="60" name="Shape 57"/>
          <p:cNvSpPr/>
          <p:nvPr/>
        </p:nvSpPr>
        <p:spPr>
          <a:xfrm>
            <a:off x="8096250" y="37623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7191375" y="389572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9334500" y="37623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8239125" y="3895725"/>
            <a:ext cx="10382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1275" dirty="0"/>
          </a:p>
        </p:txBody>
      </p:sp>
      <p:sp>
        <p:nvSpPr>
          <p:cNvPr id="64" name="Shape 61"/>
          <p:cNvSpPr/>
          <p:nvPr/>
        </p:nvSpPr>
        <p:spPr>
          <a:xfrm>
            <a:off x="10763250" y="37623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9477375" y="389572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</a:t>
            </a:r>
            <a:endParaRPr lang="en-US" sz="1275" dirty="0"/>
          </a:p>
        </p:txBody>
      </p:sp>
      <p:sp>
        <p:nvSpPr>
          <p:cNvPr id="66" name="Shape 63"/>
          <p:cNvSpPr/>
          <p:nvPr/>
        </p:nvSpPr>
        <p:spPr>
          <a:xfrm>
            <a:off x="12192000" y="376237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10906125" y="389572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4867275" y="4276725"/>
            <a:ext cx="8553450" cy="514350"/>
          </a:xfrm>
          <a:prstGeom prst="rect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4867275" y="4781550"/>
            <a:ext cx="8553450" cy="9525"/>
          </a:xfrm>
          <a:prstGeom prst="rect">
            <a:avLst/>
          </a:prstGeom>
          <a:solidFill>
            <a:srgbClr val="26201C">
              <a:alpha val="7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5905500" y="42767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71" name="Text 68"/>
          <p:cNvSpPr/>
          <p:nvPr/>
        </p:nvSpPr>
        <p:spPr>
          <a:xfrm>
            <a:off x="5000625" y="441007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177</a:t>
            </a:r>
            <a:endParaRPr lang="en-US" sz="1275" dirty="0"/>
          </a:p>
        </p:txBody>
      </p:sp>
      <p:sp>
        <p:nvSpPr>
          <p:cNvPr id="72" name="Shape 69"/>
          <p:cNvSpPr/>
          <p:nvPr/>
        </p:nvSpPr>
        <p:spPr>
          <a:xfrm>
            <a:off x="7048500" y="42767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6048375" y="4410075"/>
            <a:ext cx="942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Q42</a:t>
            </a:r>
            <a:endParaRPr lang="en-US" sz="1275" dirty="0"/>
          </a:p>
        </p:txBody>
      </p:sp>
      <p:sp>
        <p:nvSpPr>
          <p:cNvPr id="74" name="Shape 71"/>
          <p:cNvSpPr/>
          <p:nvPr/>
        </p:nvSpPr>
        <p:spPr>
          <a:xfrm>
            <a:off x="8096250" y="42767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75" name="Text 72"/>
          <p:cNvSpPr/>
          <p:nvPr/>
        </p:nvSpPr>
        <p:spPr>
          <a:xfrm>
            <a:off x="7191375" y="4410075"/>
            <a:ext cx="847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</a:t>
            </a:r>
            <a:endParaRPr lang="en-US" sz="1275" dirty="0"/>
          </a:p>
        </p:txBody>
      </p:sp>
      <p:sp>
        <p:nvSpPr>
          <p:cNvPr id="76" name="Shape 73"/>
          <p:cNvSpPr/>
          <p:nvPr/>
        </p:nvSpPr>
        <p:spPr>
          <a:xfrm>
            <a:off x="9334500" y="42767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8239125" y="4410075"/>
            <a:ext cx="10382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1275" dirty="0"/>
          </a:p>
        </p:txBody>
      </p:sp>
      <p:sp>
        <p:nvSpPr>
          <p:cNvPr id="78" name="Shape 75"/>
          <p:cNvSpPr/>
          <p:nvPr/>
        </p:nvSpPr>
        <p:spPr>
          <a:xfrm>
            <a:off x="10763250" y="42767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79" name="Text 76"/>
          <p:cNvSpPr/>
          <p:nvPr/>
        </p:nvSpPr>
        <p:spPr>
          <a:xfrm>
            <a:off x="9477375" y="441007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</a:t>
            </a:r>
            <a:endParaRPr lang="en-US" sz="1275" dirty="0"/>
          </a:p>
        </p:txBody>
      </p:sp>
      <p:sp>
        <p:nvSpPr>
          <p:cNvPr id="80" name="Shape 77"/>
          <p:cNvSpPr/>
          <p:nvPr/>
        </p:nvSpPr>
        <p:spPr>
          <a:xfrm>
            <a:off x="12192000" y="4276725"/>
            <a:ext cx="9525" cy="504825"/>
          </a:xfrm>
          <a:prstGeom prst="rect">
            <a:avLst/>
          </a:prstGeom>
          <a:solidFill>
            <a:srgbClr val="26201C">
              <a:alpha val="6000"/>
            </a:srgbClr>
          </a:solidFill>
          <a:ln/>
        </p:spPr>
      </p:sp>
      <p:sp>
        <p:nvSpPr>
          <p:cNvPr id="81" name="Text 78"/>
          <p:cNvSpPr/>
          <p:nvPr/>
        </p:nvSpPr>
        <p:spPr>
          <a:xfrm>
            <a:off x="10906125" y="4410075"/>
            <a:ext cx="12287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</a:t>
            </a:r>
            <a:endParaRPr lang="en-US" sz="1275" dirty="0"/>
          </a:p>
        </p:txBody>
      </p:sp>
      <p:sp>
        <p:nvSpPr>
          <p:cNvPr id="82" name="Text 79"/>
          <p:cNvSpPr/>
          <p:nvPr/>
        </p:nvSpPr>
        <p:spPr>
          <a:xfrm>
            <a:off x="238125" y="773430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6"/>
              </a:lnSpc>
              <a:buNone/>
            </a:pPr>
            <a:r>
              <a:rPr lang="en-US" sz="4350" b="1" spc="-109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Straight into your </a:t>
            </a:r>
            <a:pPr algn="ctr" indent="0" marL="0">
              <a:lnSpc>
                <a:spcPct val="95746"/>
              </a:lnSpc>
              <a:buNone/>
            </a:pPr>
            <a:r>
              <a:rPr lang="en-US" sz="4350" b="1" spc="-109" kern="0" dirty="0">
                <a:solidFill>
                  <a:srgbClr val="6E142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private Sheet.</a:t>
            </a:r>
            <a:endParaRPr lang="en-US" sz="4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15350" y="2190750"/>
            <a:ext cx="1257300" cy="1257300"/>
          </a:xfrm>
          <a:prstGeom prst="ellipse">
            <a:avLst/>
          </a:prstGeom>
          <a:solidFill>
            <a:srgbClr val="F7F3E9">
              <a:alpha val="8000"/>
            </a:srgbClr>
          </a:solidFill>
          <a:ln w="19050">
            <a:solidFill>
              <a:srgbClr val="F7F3E9">
                <a:alpha val="18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9675" y="2505075"/>
            <a:ext cx="628650" cy="6286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27912" y="3790950"/>
            <a:ext cx="1143744" cy="590550"/>
          </a:xfrm>
          <a:prstGeom prst="roundRect">
            <a:avLst>
              <a:gd name="adj" fmla="val 19355"/>
            </a:avLst>
          </a:prstGeom>
          <a:solidFill>
            <a:srgbClr val="F7F3E9">
              <a:alpha val="10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46987" y="3914775"/>
            <a:ext cx="4960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Q42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2081" y="3990975"/>
            <a:ext cx="190500" cy="19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24056" y="3790950"/>
            <a:ext cx="1143744" cy="590550"/>
          </a:xfrm>
          <a:prstGeom prst="roundRect">
            <a:avLst>
              <a:gd name="adj" fmla="val 19355"/>
            </a:avLst>
          </a:prstGeom>
          <a:solidFill>
            <a:srgbClr val="F7F3E9">
              <a:alpha val="10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143131" y="3914775"/>
            <a:ext cx="4960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Q43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8225" y="3990975"/>
            <a:ext cx="190500" cy="1905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220200" y="3790950"/>
            <a:ext cx="1143744" cy="590550"/>
          </a:xfrm>
          <a:prstGeom prst="roundRect">
            <a:avLst>
              <a:gd name="adj" fmla="val 19355"/>
            </a:avLst>
          </a:prstGeom>
          <a:solidFill>
            <a:srgbClr val="F7F3E9">
              <a:alpha val="10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439275" y="3914775"/>
            <a:ext cx="4960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Q44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54369" y="3990975"/>
            <a:ext cx="190500" cy="1905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0516344" y="3790950"/>
            <a:ext cx="1143744" cy="590550"/>
          </a:xfrm>
          <a:prstGeom prst="roundRect">
            <a:avLst>
              <a:gd name="adj" fmla="val 19355"/>
            </a:avLst>
          </a:prstGeom>
          <a:solidFill>
            <a:srgbClr val="F7F3E9">
              <a:alpha val="10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0735419" y="3914775"/>
            <a:ext cx="4960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Q45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50513" y="3990975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38125" y="7734300"/>
            <a:ext cx="178117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545"/>
              </a:lnSpc>
              <a:buNone/>
            </a:pPr>
            <a:r>
              <a:rPr lang="en-US" sz="4500" b="1" spc="-112" kern="0" dirty="0">
                <a:solidFill>
                  <a:srgbClr val="F7F3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Offline-ready. </a:t>
            </a:r>
            <a:pPr algn="ctr" indent="0" marL="0">
              <a:lnSpc>
                <a:spcPct val="94545"/>
              </a:lnSpc>
              <a:buNone/>
            </a:pPr>
            <a:r>
              <a:rPr lang="en-US" sz="4500" b="1" spc="-112" kern="0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Zero matches lost.</a:t>
            </a:r>
            <a:endParaRPr lang="en-US" sz="4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1428750"/>
            <a:ext cx="8191500" cy="47625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26201C">
                <a:alpha val="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26201C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47775" y="1438275"/>
            <a:ext cx="8172450" cy="609600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4" name="Shape 2"/>
          <p:cNvSpPr/>
          <p:nvPr/>
        </p:nvSpPr>
        <p:spPr>
          <a:xfrm>
            <a:off x="1495425" y="1681163"/>
            <a:ext cx="123825" cy="1238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704975" y="1681163"/>
            <a:ext cx="123825" cy="123825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914525" y="1681163"/>
            <a:ext cx="123825" cy="123825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28850" y="1571625"/>
            <a:ext cx="293893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Bobcat Scout · ANALYZE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9725" y="2347913"/>
            <a:ext cx="1892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36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Ranked pick list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4478" y="2333625"/>
            <a:ext cx="761851" cy="276225"/>
          </a:xfrm>
          <a:prstGeom prst="roundRect">
            <a:avLst>
              <a:gd name="adj" fmla="val 20690"/>
            </a:avLst>
          </a:prstGeom>
          <a:solidFill>
            <a:srgbClr val="6E1423"/>
          </a:solidFill>
          <a:ln/>
        </p:spPr>
      </p:sp>
      <p:sp>
        <p:nvSpPr>
          <p:cNvPr id="10" name="Text 8"/>
          <p:cNvSpPr/>
          <p:nvPr/>
        </p:nvSpPr>
        <p:spPr>
          <a:xfrm>
            <a:off x="3539728" y="2371725"/>
            <a:ext cx="6475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ANALYZE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9725" y="2819400"/>
            <a:ext cx="400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085975" y="2819400"/>
            <a:ext cx="8191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254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81325" y="2852738"/>
            <a:ext cx="5314950" cy="247650"/>
          </a:xfrm>
          <a:prstGeom prst="roundRect">
            <a:avLst>
              <a:gd name="adj" fmla="val 30769"/>
            </a:avLst>
          </a:prstGeom>
          <a:solidFill>
            <a:srgbClr val="F0ECE2"/>
          </a:solidFill>
          <a:ln/>
        </p:spPr>
      </p:sp>
      <p:sp>
        <p:nvSpPr>
          <p:cNvPr id="14" name="Shape 12"/>
          <p:cNvSpPr/>
          <p:nvPr/>
        </p:nvSpPr>
        <p:spPr>
          <a:xfrm>
            <a:off x="2981325" y="2852738"/>
            <a:ext cx="5102275" cy="247650"/>
          </a:xfrm>
          <a:prstGeom prst="roundRect">
            <a:avLst>
              <a:gd name="adj" fmla="val 30769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372475" y="2843213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96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609725" y="3257550"/>
            <a:ext cx="400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085975" y="3257550"/>
            <a:ext cx="8191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E14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177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2981325" y="3290888"/>
            <a:ext cx="5314950" cy="247650"/>
          </a:xfrm>
          <a:prstGeom prst="roundRect">
            <a:avLst>
              <a:gd name="adj" fmla="val 30769"/>
            </a:avLst>
          </a:prstGeom>
          <a:solidFill>
            <a:srgbClr val="F0EC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981325" y="3290888"/>
            <a:ext cx="4836468" cy="247650"/>
          </a:xfrm>
          <a:prstGeom prst="roundRect">
            <a:avLst>
              <a:gd name="adj" fmla="val 30769"/>
            </a:avLst>
          </a:prstGeom>
          <a:solidFill>
            <a:srgbClr val="6E1423"/>
          </a:solidFill>
          <a:ln/>
        </p:spPr>
      </p:sp>
      <p:sp>
        <p:nvSpPr>
          <p:cNvPr id="20" name="Text 18"/>
          <p:cNvSpPr/>
          <p:nvPr/>
        </p:nvSpPr>
        <p:spPr>
          <a:xfrm>
            <a:off x="8372475" y="3281363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91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09725" y="3695700"/>
            <a:ext cx="400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085975" y="3695700"/>
            <a:ext cx="8191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1678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2981325" y="3729038"/>
            <a:ext cx="5314950" cy="247650"/>
          </a:xfrm>
          <a:prstGeom prst="roundRect">
            <a:avLst>
              <a:gd name="adj" fmla="val 30769"/>
            </a:avLst>
          </a:prstGeom>
          <a:solidFill>
            <a:srgbClr val="F0ECE2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3729038"/>
            <a:ext cx="4570809" cy="247650"/>
          </a:xfrm>
          <a:prstGeom prst="roundRect">
            <a:avLst>
              <a:gd name="adj" fmla="val 30769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372475" y="3719512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86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609725" y="4133850"/>
            <a:ext cx="400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085975" y="4133850"/>
            <a:ext cx="8191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2981325" y="4167188"/>
            <a:ext cx="5314950" cy="247650"/>
          </a:xfrm>
          <a:prstGeom prst="roundRect">
            <a:avLst>
              <a:gd name="adj" fmla="val 30769"/>
            </a:avLst>
          </a:prstGeom>
          <a:solidFill>
            <a:srgbClr val="F0ECE2"/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4167188"/>
            <a:ext cx="4198739" cy="247650"/>
          </a:xfrm>
          <a:prstGeom prst="roundRect">
            <a:avLst>
              <a:gd name="adj" fmla="val 30769"/>
            </a:avLst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8372475" y="4157663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79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609725" y="4572000"/>
            <a:ext cx="400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2085975" y="4572000"/>
            <a:ext cx="8191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2056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2981325" y="4605338"/>
            <a:ext cx="5314950" cy="247650"/>
          </a:xfrm>
          <a:prstGeom prst="roundRect">
            <a:avLst>
              <a:gd name="adj" fmla="val 30769"/>
            </a:avLst>
          </a:prstGeom>
          <a:solidFill>
            <a:srgbClr val="F0ECE2"/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5" y="4605338"/>
            <a:ext cx="3773537" cy="247650"/>
          </a:xfrm>
          <a:prstGeom prst="roundRect">
            <a:avLst>
              <a:gd name="adj" fmla="val 30769"/>
            </a:avLst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8372475" y="4595813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71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609725" y="5010150"/>
            <a:ext cx="400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60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2085975" y="5010150"/>
            <a:ext cx="8191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973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2981325" y="5043488"/>
            <a:ext cx="5314950" cy="247650"/>
          </a:xfrm>
          <a:prstGeom prst="roundRect">
            <a:avLst>
              <a:gd name="adj" fmla="val 30769"/>
            </a:avLst>
          </a:prstGeom>
          <a:solidFill>
            <a:srgbClr val="F0ECE2"/>
          </a:solidFill>
          <a:ln/>
        </p:spPr>
      </p:sp>
      <p:sp>
        <p:nvSpPr>
          <p:cNvPr id="39" name="Shape 37"/>
          <p:cNvSpPr/>
          <p:nvPr/>
        </p:nvSpPr>
        <p:spPr>
          <a:xfrm>
            <a:off x="2981325" y="5043488"/>
            <a:ext cx="3401467" cy="247650"/>
          </a:xfrm>
          <a:prstGeom prst="roundRect">
            <a:avLst>
              <a:gd name="adj" fmla="val 30769"/>
            </a:avLst>
          </a:prstGeom>
          <a:solidFill>
            <a:srgbClr val="C9A227"/>
          </a:solidFill>
          <a:ln/>
        </p:spPr>
      </p:sp>
      <p:sp>
        <p:nvSpPr>
          <p:cNvPr id="40" name="Text 38"/>
          <p:cNvSpPr/>
          <p:nvPr/>
        </p:nvSpPr>
        <p:spPr>
          <a:xfrm>
            <a:off x="8372475" y="5033963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6201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64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1430000" y="2647950"/>
            <a:ext cx="2766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Alliance win probability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184910" y="2381250"/>
            <a:ext cx="84579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9A22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78%</a:t>
            </a:r>
            <a:endParaRPr lang="en-US" sz="3300" dirty="0"/>
          </a:p>
        </p:txBody>
      </p:sp>
      <p:sp>
        <p:nvSpPr>
          <p:cNvPr id="43" name="Shape 41"/>
          <p:cNvSpPr/>
          <p:nvPr/>
        </p:nvSpPr>
        <p:spPr>
          <a:xfrm>
            <a:off x="11430000" y="3133725"/>
            <a:ext cx="5524500" cy="209550"/>
          </a:xfrm>
          <a:prstGeom prst="roundRect">
            <a:avLst>
              <a:gd name="adj" fmla="val 50000"/>
            </a:avLst>
          </a:prstGeom>
          <a:solidFill>
            <a:srgbClr val="F7F3E9">
              <a:alpha val="1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0" y="3133725"/>
            <a:ext cx="4309021" cy="20955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11430000" y="3724275"/>
            <a:ext cx="5715000" cy="762000"/>
          </a:xfrm>
          <a:prstGeom prst="roundRect">
            <a:avLst>
              <a:gd name="adj" fmla="val 20000"/>
            </a:avLst>
          </a:prstGeom>
          <a:solidFill>
            <a:srgbClr val="F7F3E9">
              <a:alpha val="7000"/>
            </a:srgbClr>
          </a:solidFill>
          <a:ln w="9525">
            <a:solidFill>
              <a:srgbClr val="F7F3E9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668125" y="39243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0F9D58"/>
          </a:solidFill>
          <a:ln/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34800" y="3990975"/>
            <a:ext cx="228600" cy="2286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2163425" y="3976687"/>
            <a:ext cx="36877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7F3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Verified vs The Blue Alliance</a:t>
            </a:r>
            <a:endParaRPr lang="en-US" sz="1875" dirty="0"/>
          </a:p>
        </p:txBody>
      </p:sp>
      <p:sp>
        <p:nvSpPr>
          <p:cNvPr id="49" name="Text 46"/>
          <p:cNvSpPr/>
          <p:nvPr/>
        </p:nvSpPr>
        <p:spPr>
          <a:xfrm>
            <a:off x="238125" y="7734300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475"/>
              </a:lnSpc>
              <a:buNone/>
            </a:pPr>
            <a:r>
              <a:rPr lang="en-US" sz="4200" b="1" spc="-105" kern="0" dirty="0">
                <a:solidFill>
                  <a:srgbClr val="F7F3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Smarter picks, </a:t>
            </a:r>
            <a:pPr algn="ctr" indent="0" marL="0">
              <a:lnSpc>
                <a:spcPct val="95475"/>
              </a:lnSpc>
              <a:buNone/>
            </a:pPr>
            <a:r>
              <a:rPr lang="en-US" sz="4200" b="1" spc="-105" kern="0" dirty="0">
                <a:solidFill>
                  <a:srgbClr val="C9A22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backed by real numbers.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7582" y="3524250"/>
            <a:ext cx="990600" cy="990600"/>
          </a:xfrm>
          <a:prstGeom prst="ellipse">
            <a:avLst/>
          </a:prstGeom>
          <a:solidFill>
            <a:srgbClr val="6E1423"/>
          </a:solidFill>
          <a:ln/>
          <a:effectLst>
            <a:outerShdw sx="100000" sy="100000" kx="0" ky="0" algn="bl" rotWithShape="0" blurRad="381000" dist="152400" dir="5400000">
              <a:srgbClr val="6E1423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39482" y="3524250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C9A22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177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415832" y="3448050"/>
            <a:ext cx="7364045" cy="1181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65574"/>
              </a:lnSpc>
              <a:buNone/>
            </a:pPr>
            <a:r>
              <a:rPr lang="en-US" sz="9000" b="1" spc="-90" kern="0" dirty="0">
                <a:solidFill>
                  <a:srgbClr val="6E1423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Bobcat Scout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15832" y="4629150"/>
            <a:ext cx="6694587" cy="76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4973791" y="5200650"/>
            <a:ext cx="834041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spc="-90" kern="0" dirty="0">
                <a:solidFill>
                  <a:srgbClr val="26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Scout by voice. </a:t>
            </a:r>
            <a:pPr algn="ctr" indent="0" marL="0">
              <a:buNone/>
            </a:pPr>
            <a:r>
              <a:rPr lang="en-US" sz="4500" b="1" spc="-90" kern="0" dirty="0">
                <a:solidFill>
                  <a:srgbClr val="6E142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 by data.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4785122" y="6210300"/>
            <a:ext cx="8717756" cy="628650"/>
          </a:xfrm>
          <a:prstGeom prst="roundRect">
            <a:avLst>
              <a:gd name="adj" fmla="val 18182"/>
            </a:avLst>
          </a:prstGeom>
          <a:solidFill>
            <a:srgbClr val="6E1423"/>
          </a:solidFill>
          <a:ln/>
        </p:spPr>
      </p:sp>
      <p:sp>
        <p:nvSpPr>
          <p:cNvPr id="8" name="Text 6"/>
          <p:cNvSpPr/>
          <p:nvPr/>
        </p:nvSpPr>
        <p:spPr>
          <a:xfrm>
            <a:off x="5051822" y="6343650"/>
            <a:ext cx="844588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7F3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Free &amp; live now · codeteamshere.github.io/bobcat-scout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2026-09-10T22:40:32Z</dcterms:created>
  <dcterms:modified xsi:type="dcterms:W3CDTF">2026-09-10T22:40:32Z</dcterms:modified>
</cp:coreProperties>
</file>